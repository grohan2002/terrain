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Bicep-UI Agent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IaC Modernization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Bicep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92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Multi / GitHub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84248" y="164592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15087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892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Sonnet/Haiku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21608" y="164592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15087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892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Output + Tests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58968" y="164592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15087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1892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196328" y="164592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150876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1892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+ Cleanup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4114800" cy="246888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468880"/>
            <a:ext cx="41148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4871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 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2880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Models: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Sonnet 4 (complex) | Haiku 4.5 (simple)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063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Max Rounds: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30 (single) | 40 (multi-file)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parse_bicep — Parse Bicep into structured AST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lookup_resource_mapping — Find TF equivalent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generate_terraform — Generate HCL blocks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write_terraform_files — Write .tf files to disk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validate_terraform — tofu init + validate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format_terraform — tofu fmt for canonical style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read_bicep_file — Read .bicep from disk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list_bicep_files — List .bicep in directory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read_bicep_file_content — Read from memory (multi)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63440" y="2468880"/>
            <a:ext cx="4114800" cy="246888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468880"/>
            <a:ext cx="41148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4871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TESTING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880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Model: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Claude Sonnet 4 (always)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063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Max Rounds: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40 | 9-step workflow with pre-flight checks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2918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terraform_plan — Preview changes (120s)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terraform_apply — Deploy with auto-approve (300s)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get_terraform_outputs — Extract resource IDs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check_azure_resource — Verify resource exists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run_connectivity_test — HTTP/DNS/TCP tests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check_resource_config — Validate config vs Bicep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terraform_destroy — Tear down (user-gated)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 &amp; Integration Points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Services, CLIs, and Data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5272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LLM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— Sonnet 4 + Haiku 4.5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— Real-time tool call events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— Ephemeral cache for cost savings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routing — Complexity-based selection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tracking — Input/Output/Cache with USD cost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39319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25272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/ Cloud CLIs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600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OpenTofu / Terraform — init, validate, plan, apply, fmt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(az) — Login, resource checks, RG mgmt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— Security scanning (CRITICAL to LOW)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— Policy evaluation (compliance checks)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Infracost — Cost estimation per resource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9319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393192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8152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Stack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 — App Router, SSR, API routes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 — State management (selector-only pattern)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PostgreSQL — Conversion history persistence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— Auth + RBAC (Converter/Deployer/Admin)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Containerized with tofu, az CLI, Trivy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39319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63240"/>
            <a:ext cx="39319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08152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Architecture Patterns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— Tool calls → results → next round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compression — Summarize after round 5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accumulation — Merge terraform outputs across calls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checks — Fix versions/names before deploy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IP-based + 8s token pacing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Bicep-UI  |  github.com/grohan2002/bicep-ui  |  Next.js 16 + Claude Sonnet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Bicep-UI Multi-Agent Architecture</dc:title>
  <dc:subject>PptxGenJS Presentation</dc:subject>
  <dc:creator>Bicep-UI Team</dc:creator>
  <cp:lastModifiedBy>Bicep-UI Team</cp:lastModifiedBy>
  <cp:revision>1</cp:revision>
  <dcterms:created xsi:type="dcterms:W3CDTF">2026-03-19T07:44:54Z</dcterms:created>
  <dcterms:modified xsi:type="dcterms:W3CDTF">2026-03-19T07:44:54Z</dcterms:modified>
</cp:coreProperties>
</file>